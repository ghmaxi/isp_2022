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3" r:id="rId18"/>
    <p:sldId id="272" r:id="rId19"/>
    <p:sldId id="275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85" autoAdjust="0"/>
  </p:normalViewPr>
  <p:slideViewPr>
    <p:cSldViewPr snapToGrid="0">
      <p:cViewPr varScale="1">
        <p:scale>
          <a:sx n="80" d="100"/>
          <a:sy n="80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4E518-81A0-43B8-9F0A-60036B732B56}" type="datetimeFigureOut">
              <a:rPr lang="ru-RU" smtClean="0"/>
              <a:t>18.03.2022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5C1277-8191-4980-8B78-D3EA95C05F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4904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C1277-8191-4980-8B78-D3EA95C05FC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381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C1277-8191-4980-8B78-D3EA95C05FC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5420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C1277-8191-4980-8B78-D3EA95C05FC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684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C1277-8191-4980-8B78-D3EA95C05FC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088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C1277-8191-4980-8B78-D3EA95C05FC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45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5C1277-8191-4980-8B78-D3EA95C05FC7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2372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768-9DB3-4D22-8B98-73D1D74EAFA9}" type="datetimeFigureOut">
              <a:rPr lang="ru-RU" smtClean="0"/>
              <a:t>18.03.2022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FA217-A2A9-4AD7-A77B-EA738CF1C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761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768-9DB3-4D22-8B98-73D1D74EAFA9}" type="datetimeFigureOut">
              <a:rPr lang="ru-RU" smtClean="0"/>
              <a:t>18.03.2022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FA217-A2A9-4AD7-A77B-EA738CF1C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92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768-9DB3-4D22-8B98-73D1D74EAFA9}" type="datetimeFigureOut">
              <a:rPr lang="ru-RU" smtClean="0"/>
              <a:t>18.03.2022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FA217-A2A9-4AD7-A77B-EA738CF1C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349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768-9DB3-4D22-8B98-73D1D74EAFA9}" type="datetimeFigureOut">
              <a:rPr lang="ru-RU" smtClean="0"/>
              <a:t>18.03.2022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FA217-A2A9-4AD7-A77B-EA738CF1C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514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768-9DB3-4D22-8B98-73D1D74EAFA9}" type="datetimeFigureOut">
              <a:rPr lang="ru-RU" smtClean="0"/>
              <a:t>18.03.2022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FA217-A2A9-4AD7-A77B-EA738CF1C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018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768-9DB3-4D22-8B98-73D1D74EAFA9}" type="datetimeFigureOut">
              <a:rPr lang="ru-RU" smtClean="0"/>
              <a:t>18.03.2022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FA217-A2A9-4AD7-A77B-EA738CF1C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73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768-9DB3-4D22-8B98-73D1D74EAFA9}" type="datetimeFigureOut">
              <a:rPr lang="ru-RU" smtClean="0"/>
              <a:t>18.03.2022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FA217-A2A9-4AD7-A77B-EA738CF1C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556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768-9DB3-4D22-8B98-73D1D74EAFA9}" type="datetimeFigureOut">
              <a:rPr lang="ru-RU" smtClean="0"/>
              <a:t>18.03.2022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FA217-A2A9-4AD7-A77B-EA738CF1C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445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768-9DB3-4D22-8B98-73D1D74EAFA9}" type="datetimeFigureOut">
              <a:rPr lang="ru-RU" smtClean="0"/>
              <a:t>18.03.2022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FA217-A2A9-4AD7-A77B-EA738CF1C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241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768-9DB3-4D22-8B98-73D1D74EAFA9}" type="datetimeFigureOut">
              <a:rPr lang="ru-RU" smtClean="0"/>
              <a:t>18.03.2022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FA217-A2A9-4AD7-A77B-EA738CF1C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95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E768-9DB3-4D22-8B98-73D1D74EAFA9}" type="datetimeFigureOut">
              <a:rPr lang="ru-RU" smtClean="0"/>
              <a:t>18.03.2022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FA217-A2A9-4AD7-A77B-EA738CF1C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3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2E768-9DB3-4D22-8B98-73D1D74EAFA9}" type="datetimeFigureOut">
              <a:rPr lang="ru-RU" smtClean="0"/>
              <a:t>18.03.2022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FA217-A2A9-4AD7-A77B-EA738CF1CB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121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gif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8788" y="2525485"/>
            <a:ext cx="35974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b="1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№1</a:t>
            </a:r>
          </a:p>
        </p:txBody>
      </p:sp>
    </p:spTree>
    <p:extLst>
      <p:ext uri="{BB962C8B-B14F-4D97-AF65-F5344CB8AC3E}">
        <p14:creationId xmlns:p14="http://schemas.microsoft.com/office/powerpoint/2010/main" val="990085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771" y="738330"/>
            <a:ext cx="3547275" cy="438666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512" y="1881164"/>
            <a:ext cx="4716524" cy="210099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40" y="388758"/>
            <a:ext cx="3397265" cy="508580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98691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8788" y="2525485"/>
            <a:ext cx="35974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b="1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№2</a:t>
            </a:r>
          </a:p>
        </p:txBody>
      </p:sp>
    </p:spTree>
    <p:extLst>
      <p:ext uri="{BB962C8B-B14F-4D97-AF65-F5344CB8AC3E}">
        <p14:creationId xmlns:p14="http://schemas.microsoft.com/office/powerpoint/2010/main" val="2404157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13" y="653142"/>
            <a:ext cx="7166161" cy="385789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1687" y="538754"/>
            <a:ext cx="4272214" cy="366057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3219" y="5109137"/>
            <a:ext cx="8440328" cy="102884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45176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8788" y="2525485"/>
            <a:ext cx="35974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b="1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№3</a:t>
            </a:r>
          </a:p>
        </p:txBody>
      </p:sp>
    </p:spTree>
    <p:extLst>
      <p:ext uri="{BB962C8B-B14F-4D97-AF65-F5344CB8AC3E}">
        <p14:creationId xmlns:p14="http://schemas.microsoft.com/office/powerpoint/2010/main" val="1762193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18" y="221940"/>
            <a:ext cx="3967883" cy="250384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154" y="463063"/>
            <a:ext cx="7027818" cy="629497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466" y="2957125"/>
            <a:ext cx="2768784" cy="380090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15903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8788" y="2525485"/>
            <a:ext cx="35974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b="1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№4</a:t>
            </a:r>
          </a:p>
        </p:txBody>
      </p:sp>
    </p:spTree>
    <p:extLst>
      <p:ext uri="{BB962C8B-B14F-4D97-AF65-F5344CB8AC3E}">
        <p14:creationId xmlns:p14="http://schemas.microsoft.com/office/powerpoint/2010/main" val="2074639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93" y="278675"/>
            <a:ext cx="5730172" cy="323958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65" y="278675"/>
            <a:ext cx="5668824" cy="533835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8001" y="3031410"/>
            <a:ext cx="3363180" cy="390128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37476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8788" y="2525485"/>
            <a:ext cx="35974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b="1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№5</a:t>
            </a:r>
          </a:p>
        </p:txBody>
      </p:sp>
    </p:spTree>
    <p:extLst>
      <p:ext uri="{BB962C8B-B14F-4D97-AF65-F5344CB8AC3E}">
        <p14:creationId xmlns:p14="http://schemas.microsoft.com/office/powerpoint/2010/main" val="2445761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71" y="350961"/>
            <a:ext cx="6116509" cy="228577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140" y="2133599"/>
            <a:ext cx="6708145" cy="459855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91697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8788" y="2525485"/>
            <a:ext cx="35974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b="1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№6</a:t>
            </a:r>
          </a:p>
        </p:txBody>
      </p:sp>
    </p:spTree>
    <p:extLst>
      <p:ext uri="{BB962C8B-B14F-4D97-AF65-F5344CB8AC3E}">
        <p14:creationId xmlns:p14="http://schemas.microsoft.com/office/powerpoint/2010/main" val="3982093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782" y="285311"/>
            <a:ext cx="9926435" cy="628737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1155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8788" y="2525485"/>
            <a:ext cx="35974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b="1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№7</a:t>
            </a:r>
          </a:p>
        </p:txBody>
      </p:sp>
    </p:spTree>
    <p:extLst>
      <p:ext uri="{BB962C8B-B14F-4D97-AF65-F5344CB8AC3E}">
        <p14:creationId xmlns:p14="http://schemas.microsoft.com/office/powerpoint/2010/main" val="258595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58788" y="2525485"/>
            <a:ext cx="35974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b="1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№8</a:t>
            </a:r>
          </a:p>
        </p:txBody>
      </p:sp>
    </p:spTree>
    <p:extLst>
      <p:ext uri="{BB962C8B-B14F-4D97-AF65-F5344CB8AC3E}">
        <p14:creationId xmlns:p14="http://schemas.microsoft.com/office/powerpoint/2010/main" val="890772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8788" y="2525485"/>
            <a:ext cx="35974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b="1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№9</a:t>
            </a:r>
          </a:p>
        </p:txBody>
      </p:sp>
    </p:spTree>
    <p:extLst>
      <p:ext uri="{BB962C8B-B14F-4D97-AF65-F5344CB8AC3E}">
        <p14:creationId xmlns:p14="http://schemas.microsoft.com/office/powerpoint/2010/main" val="1930509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74" y="712796"/>
            <a:ext cx="5247446" cy="556229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132320" y="47810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381" y="446059"/>
            <a:ext cx="3219899" cy="26673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26" name="Picture 2" descr="https://libraryno.ru/wp-content/image_post/proek_ekon_inf_sys/pic90_1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017" y="1137875"/>
            <a:ext cx="5762625" cy="4905376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7086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/>
          <p:cNvGrpSpPr/>
          <p:nvPr/>
        </p:nvGrpSpPr>
        <p:grpSpPr>
          <a:xfrm>
            <a:off x="2318523" y="1245203"/>
            <a:ext cx="7763958" cy="3705742"/>
            <a:chOff x="2292398" y="983946"/>
            <a:chExt cx="7763958" cy="3705742"/>
          </a:xfrm>
        </p:grpSpPr>
        <p:pic>
          <p:nvPicPr>
            <p:cNvPr id="2" name="Рисунок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92398" y="983946"/>
              <a:ext cx="7763958" cy="3705742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sp>
          <p:nvSpPr>
            <p:cNvPr id="3" name="TextBox 2"/>
            <p:cNvSpPr txBox="1"/>
            <p:nvPr/>
          </p:nvSpPr>
          <p:spPr>
            <a:xfrm>
              <a:off x="3788229" y="300445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ru-RU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Прямоугольник 3"/>
            <p:cNvSpPr/>
            <p:nvPr/>
          </p:nvSpPr>
          <p:spPr>
            <a:xfrm>
              <a:off x="8297273" y="1180402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ru-RU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8597355" y="3019846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ru-RU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4439376" y="4132608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ru-RU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937250" y="4132608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ru-RU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7899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8788" y="2525485"/>
            <a:ext cx="39437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b="1" i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№10</a:t>
            </a:r>
          </a:p>
        </p:txBody>
      </p:sp>
    </p:spTree>
    <p:extLst>
      <p:ext uri="{BB962C8B-B14F-4D97-AF65-F5344CB8AC3E}">
        <p14:creationId xmlns:p14="http://schemas.microsoft.com/office/powerpoint/2010/main" val="1762805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45" y="682517"/>
            <a:ext cx="4288120" cy="238289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518" y="515048"/>
            <a:ext cx="5820422" cy="369990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860185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41</Words>
  <Application>Microsoft Office PowerPoint</Application>
  <PresentationFormat>Широкоэкранный</PresentationFormat>
  <Paragraphs>21</Paragraphs>
  <Slides>19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Студент</dc:creator>
  <cp:lastModifiedBy>Nikola</cp:lastModifiedBy>
  <cp:revision>21</cp:revision>
  <dcterms:created xsi:type="dcterms:W3CDTF">2022-03-11T06:31:00Z</dcterms:created>
  <dcterms:modified xsi:type="dcterms:W3CDTF">2022-03-18T11:50:37Z</dcterms:modified>
</cp:coreProperties>
</file>