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22.02.2022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1266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22.02.2022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3166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22.02.2022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51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22.02.2022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9099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22.02.2022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4257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22.02.2022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9155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22.02.2022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4219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22.02.2022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8422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22.02.2022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824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22.02.2022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8703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36079-2B59-460A-B362-3780D2371F77}" type="datetimeFigureOut">
              <a:rPr lang="ru-RU" smtClean="0"/>
              <a:t>22.02.2022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3594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536079-2B59-460A-B362-3780D2371F77}" type="datetimeFigureOut">
              <a:rPr lang="ru-RU" smtClean="0"/>
              <a:t>22.02.2022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F28D4A-6550-4DDD-9B08-157D8B5C33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2107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Предложение по автоматизации рабочего места преподавателя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МУИВ 2022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618" y="6491416"/>
            <a:ext cx="41436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i="1" dirty="0" smtClean="0">
                <a:solidFill>
                  <a:schemeClr val="bg1">
                    <a:lumMod val="65000"/>
                  </a:schemeClr>
                </a:solidFill>
              </a:rPr>
              <a:t>Автор</a:t>
            </a:r>
            <a:r>
              <a:rPr lang="en-US" sz="1400" i="1" dirty="0" smtClean="0">
                <a:solidFill>
                  <a:schemeClr val="bg1">
                    <a:lumMod val="65000"/>
                  </a:schemeClr>
                </a:solidFill>
              </a:rPr>
              <a:t>: </a:t>
            </a:r>
            <a:r>
              <a:rPr lang="ru-RU" sz="1400" i="1" dirty="0" smtClean="0">
                <a:solidFill>
                  <a:schemeClr val="bg1">
                    <a:lumMod val="65000"/>
                  </a:schemeClr>
                </a:solidFill>
              </a:rPr>
              <a:t>…</a:t>
            </a:r>
          </a:p>
          <a:p>
            <a:endParaRPr lang="ru-RU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0762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Рабочие процессы преподавателя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2" y="2065867"/>
            <a:ext cx="12000767" cy="3014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504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Проблемы в процессах преподавателя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856" y="2391970"/>
            <a:ext cx="11844288" cy="284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581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Способ решения проблем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Автоматизированное рабочее место преподавателя.</a:t>
            </a:r>
            <a:br>
              <a:rPr lang="ru-RU" dirty="0" smtClean="0"/>
            </a:br>
            <a:r>
              <a:rPr lang="ru-RU" dirty="0" smtClean="0"/>
              <a:t>Позволит решить следующие задачи</a:t>
            </a:r>
            <a:r>
              <a:rPr lang="en-US" dirty="0" smtClean="0"/>
              <a:t>:</a:t>
            </a:r>
          </a:p>
          <a:p>
            <a:pPr lvl="1"/>
            <a:r>
              <a:rPr lang="ru-RU" dirty="0" smtClean="0"/>
              <a:t>Материалы к уроку;</a:t>
            </a:r>
            <a:endParaRPr lang="en-US" dirty="0" smtClean="0"/>
          </a:p>
          <a:p>
            <a:pPr lvl="1"/>
            <a:r>
              <a:rPr lang="ru-RU" dirty="0" smtClean="0"/>
              <a:t>Обратная связь со студентами;</a:t>
            </a:r>
            <a:endParaRPr lang="en-US" dirty="0" smtClean="0"/>
          </a:p>
          <a:p>
            <a:r>
              <a:rPr lang="ru-RU" dirty="0" smtClean="0"/>
              <a:t>Необходимые улучшения информационной системы института</a:t>
            </a:r>
            <a:r>
              <a:rPr lang="en-US" dirty="0" smtClean="0"/>
              <a:t>:</a:t>
            </a:r>
          </a:p>
          <a:p>
            <a:pPr lvl="1"/>
            <a:r>
              <a:rPr lang="ru-RU" dirty="0" smtClean="0"/>
              <a:t>Надёжная система планирования расписания;</a:t>
            </a:r>
            <a:endParaRPr lang="en-US" dirty="0" smtClean="0"/>
          </a:p>
          <a:p>
            <a:pPr lvl="1"/>
            <a:r>
              <a:rPr lang="ru-RU" dirty="0" smtClean="0"/>
              <a:t>Обеспечить мониторинг выполнения задач с рабочего места преподавателя;</a:t>
            </a:r>
            <a:endParaRPr lang="en-US" dirty="0" smtClean="0"/>
          </a:p>
          <a:p>
            <a:pPr lvl="1"/>
            <a:r>
              <a:rPr lang="ru-RU" dirty="0" smtClean="0"/>
              <a:t>Обеспечить преподавателя актуальной информации на текущий момент.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1451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Карта информационных систем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37" y="1458921"/>
            <a:ext cx="11439525" cy="526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747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Информационные объекты</a:t>
            </a:r>
            <a:br>
              <a:rPr lang="ru-RU" dirty="0" smtClean="0"/>
            </a:br>
            <a:r>
              <a:rPr lang="ru-RU" dirty="0" smtClean="0"/>
              <a:t>в системе института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52" y="1690688"/>
            <a:ext cx="9955348" cy="5051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968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Приложения на АРМ преподавателя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450" y="1690688"/>
            <a:ext cx="3253100" cy="479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2262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35</Words>
  <Application>Microsoft Office PowerPoint</Application>
  <PresentationFormat>Широкоэкранный</PresentationFormat>
  <Paragraphs>16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Предложение по автоматизации рабочего места преподавателя</vt:lpstr>
      <vt:lpstr>Рабочие процессы преподавателя</vt:lpstr>
      <vt:lpstr>Проблемы в процессах преподавателя</vt:lpstr>
      <vt:lpstr>Способ решения проблем</vt:lpstr>
      <vt:lpstr>Карта информационных систем</vt:lpstr>
      <vt:lpstr>Информационные объекты в системе института</vt:lpstr>
      <vt:lpstr>Приложения на АРМ преподавателя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Предложение по автоматизации рабочего места преподавателя</dc:title>
  <dc:creator>Преподаватель</dc:creator>
  <cp:lastModifiedBy>Студент</cp:lastModifiedBy>
  <cp:revision>14</cp:revision>
  <dcterms:created xsi:type="dcterms:W3CDTF">2022-02-17T06:25:30Z</dcterms:created>
  <dcterms:modified xsi:type="dcterms:W3CDTF">2022-02-22T11:58:51Z</dcterms:modified>
</cp:coreProperties>
</file>