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25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69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15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30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073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6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16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27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19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73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116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36079-2B59-460A-B362-3780D2371F77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11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Предложение по автоматизации рабочего места преподавателя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МУИВ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618" y="6491416"/>
            <a:ext cx="414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Автор</a:t>
            </a:r>
            <a:r>
              <a:rPr lang="en-US" sz="1400" i="1" dirty="0" smtClean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Имь Бат</a:t>
            </a:r>
            <a:r>
              <a:rPr lang="ru-RU" sz="1400" i="1" dirty="0">
                <a:solidFill>
                  <a:schemeClr val="bg1">
                    <a:lumMod val="65000"/>
                  </a:schemeClr>
                </a:solidFill>
              </a:rPr>
              <a:t>ь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кович Фамильный</a:t>
            </a:r>
          </a:p>
          <a:p>
            <a:endParaRPr lang="ru-RU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76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4329" y="182932"/>
            <a:ext cx="10515600" cy="1325563"/>
          </a:xfrm>
        </p:spPr>
        <p:txBody>
          <a:bodyPr/>
          <a:lstStyle/>
          <a:p>
            <a:r>
              <a:rPr lang="ru-RU" dirty="0" smtClean="0"/>
              <a:t>Рабочие процессы преподавателя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4" y="1508495"/>
            <a:ext cx="10729243" cy="452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0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0150" y="358018"/>
            <a:ext cx="9601196" cy="1303867"/>
          </a:xfrm>
        </p:spPr>
        <p:txBody>
          <a:bodyPr/>
          <a:lstStyle/>
          <a:p>
            <a:r>
              <a:rPr lang="ru-RU" dirty="0" smtClean="0"/>
              <a:t>Проблемы в процессах преподавателя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150" y="1544866"/>
            <a:ext cx="9420267" cy="462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8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 решения проблем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1) Автоматизированное рабочее место преподавателя.</a:t>
            </a:r>
            <a:br>
              <a:rPr lang="ru-RU" sz="2400" dirty="0" smtClean="0"/>
            </a:br>
            <a:r>
              <a:rPr lang="ru-RU" sz="2400" dirty="0" smtClean="0"/>
              <a:t>Позволит решить следующие задачи</a:t>
            </a:r>
            <a:r>
              <a:rPr lang="en-US" sz="2400" dirty="0" smtClean="0"/>
              <a:t>:</a:t>
            </a:r>
          </a:p>
          <a:p>
            <a:pPr lvl="1"/>
            <a:r>
              <a:rPr lang="ru-RU" dirty="0" smtClean="0"/>
              <a:t>реализовать автоматизацию всех этапов преподавательской</a:t>
            </a:r>
            <a:r>
              <a:rPr lang="en-AU" dirty="0" smtClean="0"/>
              <a:t> </a:t>
            </a:r>
            <a:r>
              <a:rPr lang="ru-RU" dirty="0" smtClean="0"/>
              <a:t>деятельности</a:t>
            </a:r>
            <a:r>
              <a:rPr lang="en-AU" dirty="0" smtClean="0"/>
              <a:t>;</a:t>
            </a:r>
            <a:endParaRPr lang="ru-RU" dirty="0" smtClean="0"/>
          </a:p>
          <a:p>
            <a:pPr lvl="1"/>
            <a:r>
              <a:rPr lang="ru-RU" dirty="0" smtClean="0"/>
              <a:t>предусмотреть широкие возможности работы с различными информационными ресурсами</a:t>
            </a:r>
            <a:r>
              <a:rPr lang="en-AU" dirty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sz="2400" dirty="0" smtClean="0"/>
              <a:t>2) Необходимые улучшения информационной системы института</a:t>
            </a:r>
            <a:r>
              <a:rPr lang="en-US" sz="2400" dirty="0" smtClean="0"/>
              <a:t>:</a:t>
            </a:r>
          </a:p>
          <a:p>
            <a:pPr lvl="1"/>
            <a:r>
              <a:rPr lang="ru-RU" dirty="0" smtClean="0"/>
              <a:t>выполнять коммутативную функцию между ним и студентами</a:t>
            </a:r>
            <a:r>
              <a:rPr lang="en-AU" dirty="0" smtClean="0"/>
              <a:t>;</a:t>
            </a:r>
            <a:endParaRPr lang="en-US" dirty="0" smtClean="0"/>
          </a:p>
          <a:p>
            <a:pPr lvl="1"/>
            <a:r>
              <a:rPr lang="ru-RU" dirty="0" smtClean="0"/>
              <a:t>автоматизировать построение учебного курса</a:t>
            </a:r>
            <a:r>
              <a:rPr lang="en-AU" dirty="0" smtClean="0"/>
              <a:t>;</a:t>
            </a:r>
            <a:endParaRPr lang="ru-RU" dirty="0" smtClean="0"/>
          </a:p>
          <a:p>
            <a:pPr lvl="1"/>
            <a:r>
              <a:rPr lang="ru-RU" dirty="0" smtClean="0"/>
              <a:t>обеспечивать ведение журнала посещений и успеваемости</a:t>
            </a:r>
            <a:r>
              <a:rPr lang="en-AU" dirty="0" smtClean="0"/>
              <a:t>;</a:t>
            </a:r>
            <a:endParaRPr lang="ru-RU" dirty="0" smtClean="0"/>
          </a:p>
          <a:p>
            <a:pPr lvl="1"/>
            <a:r>
              <a:rPr lang="ru-RU" dirty="0" smtClean="0"/>
              <a:t>выносить экспертные оценки работам студентов</a:t>
            </a:r>
            <a:r>
              <a:rPr lang="en-A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451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00943" y="292553"/>
            <a:ext cx="10515600" cy="1325563"/>
          </a:xfrm>
        </p:spPr>
        <p:txBody>
          <a:bodyPr/>
          <a:lstStyle/>
          <a:p>
            <a:r>
              <a:rPr lang="ru-RU" dirty="0" smtClean="0"/>
              <a:t>Карта информационных систем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025" y="1345583"/>
            <a:ext cx="8977776" cy="522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4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Информационные объекты</a:t>
            </a:r>
            <a:br>
              <a:rPr lang="ru-RU" dirty="0" smtClean="0"/>
            </a:br>
            <a:r>
              <a:rPr lang="ru-RU" dirty="0" smtClean="0"/>
              <a:t>в системе института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91" y="1690688"/>
            <a:ext cx="10667138" cy="470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6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35547" y="0"/>
            <a:ext cx="10515600" cy="1325563"/>
          </a:xfrm>
        </p:spPr>
        <p:txBody>
          <a:bodyPr/>
          <a:lstStyle/>
          <a:p>
            <a:r>
              <a:rPr lang="ru-RU" dirty="0" smtClean="0"/>
              <a:t>Приложения на АРМ преподавателя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024" y="1325563"/>
            <a:ext cx="8608065" cy="48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2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39</Words>
  <Application>Microsoft Office PowerPoint</Application>
  <PresentationFormat>Широкоэкранный</PresentationFormat>
  <Paragraphs>17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Предложение по автоматизации рабочего места преподавателя</vt:lpstr>
      <vt:lpstr>Рабочие процессы преподавателя</vt:lpstr>
      <vt:lpstr>Проблемы в процессах преподавателя</vt:lpstr>
      <vt:lpstr>Способ решения проблем</vt:lpstr>
      <vt:lpstr>Карта информационных систем</vt:lpstr>
      <vt:lpstr>Информационные объекты в системе института</vt:lpstr>
      <vt:lpstr>Приложения на АРМ преподавателя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Предложение по автоматизации рабочего места преподавателя</dc:title>
  <dc:creator>Преподаватель</dc:creator>
  <cp:lastModifiedBy>Студент</cp:lastModifiedBy>
  <cp:revision>17</cp:revision>
  <dcterms:created xsi:type="dcterms:W3CDTF">2022-02-17T06:25:30Z</dcterms:created>
  <dcterms:modified xsi:type="dcterms:W3CDTF">2022-02-17T10:08:23Z</dcterms:modified>
</cp:coreProperties>
</file>