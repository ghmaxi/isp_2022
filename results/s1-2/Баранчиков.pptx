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179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71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01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61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09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011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309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79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9310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993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168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117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Предложение по автоматизации рабочего места преподавателя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МУИВ 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618" y="6491416"/>
            <a:ext cx="4143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 smtClean="0">
                <a:solidFill>
                  <a:schemeClr val="bg1">
                    <a:lumMod val="65000"/>
                  </a:schemeClr>
                </a:solidFill>
              </a:rPr>
              <a:t>Автор</a:t>
            </a:r>
            <a:r>
              <a:rPr lang="en-US" sz="1400" i="1" dirty="0" smtClean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ru-RU" sz="1400" i="1" dirty="0" smtClean="0">
                <a:solidFill>
                  <a:schemeClr val="bg1">
                    <a:lumMod val="65000"/>
                  </a:schemeClr>
                </a:solidFill>
              </a:rPr>
              <a:t>Имь Бат</a:t>
            </a:r>
            <a:r>
              <a:rPr lang="ru-RU" sz="1400" i="1" dirty="0">
                <a:solidFill>
                  <a:schemeClr val="bg1">
                    <a:lumMod val="65000"/>
                  </a:schemeClr>
                </a:solidFill>
              </a:rPr>
              <a:t>ь</a:t>
            </a:r>
            <a:r>
              <a:rPr lang="ru-RU" sz="1400" i="1" dirty="0" smtClean="0">
                <a:solidFill>
                  <a:schemeClr val="bg1">
                    <a:lumMod val="65000"/>
                  </a:schemeClr>
                </a:solidFill>
              </a:rPr>
              <a:t>кович Фамильный</a:t>
            </a:r>
          </a:p>
          <a:p>
            <a:endParaRPr lang="ru-RU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762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Рабочие процессы преподавателя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1929614"/>
            <a:ext cx="10058400" cy="385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04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Проблемы в процессах преподавателя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472" y="1846263"/>
            <a:ext cx="9729382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58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Способ решения проблем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Автоматизированное рабочее место преподавателя.</a:t>
            </a:r>
            <a:br>
              <a:rPr lang="ru-RU" dirty="0" smtClean="0"/>
            </a:br>
            <a:r>
              <a:rPr lang="ru-RU" dirty="0" smtClean="0"/>
              <a:t>Позволит решить следующие задачи</a:t>
            </a:r>
            <a:r>
              <a:rPr lang="en-US" dirty="0" smtClean="0"/>
              <a:t>:</a:t>
            </a:r>
          </a:p>
          <a:p>
            <a:pPr lvl="1"/>
            <a:r>
              <a:rPr lang="ru-RU" dirty="0"/>
              <a:t> </a:t>
            </a:r>
            <a:r>
              <a:rPr lang="ru-RU" dirty="0" smtClean="0"/>
              <a:t>Актуальность и доступность материалов </a:t>
            </a:r>
            <a:endParaRPr lang="en-US" dirty="0" smtClean="0"/>
          </a:p>
          <a:p>
            <a:pPr lvl="1"/>
            <a:r>
              <a:rPr lang="ru-RU" dirty="0"/>
              <a:t> </a:t>
            </a:r>
            <a:r>
              <a:rPr lang="ru-RU" dirty="0" smtClean="0"/>
              <a:t>Информирование и обратная связь со студентами </a:t>
            </a:r>
            <a:endParaRPr lang="en-US" dirty="0" smtClean="0"/>
          </a:p>
          <a:p>
            <a:r>
              <a:rPr lang="ru-RU" dirty="0" smtClean="0"/>
              <a:t>Необходимые улучшения информационной системы института</a:t>
            </a:r>
            <a:r>
              <a:rPr lang="en-US" dirty="0" smtClean="0"/>
              <a:t>:</a:t>
            </a:r>
          </a:p>
          <a:p>
            <a:pPr lvl="1"/>
            <a:r>
              <a:rPr lang="ru-RU" dirty="0" smtClean="0"/>
              <a:t> создание надежной системы планирования</a:t>
            </a:r>
            <a:endParaRPr lang="en-US" dirty="0" smtClean="0"/>
          </a:p>
          <a:p>
            <a:pPr lvl="1"/>
            <a:r>
              <a:rPr lang="ru-RU" dirty="0"/>
              <a:t> </a:t>
            </a:r>
            <a:r>
              <a:rPr lang="ru-RU" dirty="0" smtClean="0"/>
              <a:t>предоставление преподавателю доступа и актуальности материалов.</a:t>
            </a:r>
            <a:endParaRPr lang="en-US" dirty="0" smtClean="0"/>
          </a:p>
          <a:p>
            <a:pPr lvl="1"/>
            <a:r>
              <a:rPr lang="ru-RU" dirty="0"/>
              <a:t> </a:t>
            </a:r>
            <a:r>
              <a:rPr lang="ru-RU" dirty="0" smtClean="0"/>
              <a:t>система мониторинга от списывания</a:t>
            </a:r>
          </a:p>
          <a:p>
            <a:pPr lvl="1"/>
            <a:r>
              <a:rPr lang="ru-RU" dirty="0"/>
              <a:t> </a:t>
            </a:r>
            <a:r>
              <a:rPr lang="ru-RU" dirty="0" smtClean="0"/>
              <a:t>система отслеживания выполняемости работы студентами.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1451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Карта информационных систем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7346" y="1846263"/>
            <a:ext cx="7837633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4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Информационные объекты</a:t>
            </a:r>
            <a:br>
              <a:rPr lang="ru-RU" dirty="0" smtClean="0"/>
            </a:br>
            <a:r>
              <a:rPr lang="ru-RU" dirty="0" smtClean="0"/>
              <a:t>в системе института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629" y="1846263"/>
            <a:ext cx="8557068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68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Приложения на АРМ преподавателя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0029" y="1846263"/>
            <a:ext cx="3312268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2262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274</TotalTime>
  <Words>37</Words>
  <Application>Microsoft Office PowerPoint</Application>
  <PresentationFormat>Широкоэкранный</PresentationFormat>
  <Paragraphs>17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Ретро</vt:lpstr>
      <vt:lpstr>Предложение по автоматизации рабочего места преподавателя</vt:lpstr>
      <vt:lpstr>Рабочие процессы преподавателя</vt:lpstr>
      <vt:lpstr>Проблемы в процессах преподавателя</vt:lpstr>
      <vt:lpstr>Способ решения проблем</vt:lpstr>
      <vt:lpstr>Карта информационных систем</vt:lpstr>
      <vt:lpstr>Информационные объекты в системе института</vt:lpstr>
      <vt:lpstr>Приложения на АРМ преподавателя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Предложение по автоматизации рабочего места преподавателя</dc:title>
  <dc:creator>Преподаватель</dc:creator>
  <cp:lastModifiedBy>Студент</cp:lastModifiedBy>
  <cp:revision>17</cp:revision>
  <dcterms:created xsi:type="dcterms:W3CDTF">2022-02-17T06:25:30Z</dcterms:created>
  <dcterms:modified xsi:type="dcterms:W3CDTF">2022-02-22T11:18:31Z</dcterms:modified>
</cp:coreProperties>
</file>