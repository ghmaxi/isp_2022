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85A43C-418F-4681-AE02-FEEDD6F2504D}" v="2" dt="2022-02-23T20:55:29.524"/>
    <p1510:client id="{E0FF0CD6-4B8A-4F3A-94C1-D0BC0799F48C}" v="143" dt="2022-02-22T08:11:32.271"/>
    <p1510:client id="{FCA6D382-D4BB-4513-AD8E-7477FD74C648}" v="2" dt="2022-02-22T08:13:05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26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16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09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25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15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1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42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2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70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36079-2B59-460A-B362-3780D2371F77}" type="datetimeFigureOut">
              <a:rPr lang="ru-RU" smtClean="0"/>
              <a:t>23.02.2022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10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Предложение по автоматизации рабочего места преподавателя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МУИВ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18" y="6491416"/>
            <a:ext cx="414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solidFill>
                  <a:schemeClr val="bg1">
                    <a:lumMod val="65000"/>
                  </a:schemeClr>
                </a:solidFill>
              </a:rPr>
              <a:t>Автор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ru-RU" sz="1400" i="1" dirty="0">
                <a:solidFill>
                  <a:schemeClr val="bg1">
                    <a:lumMod val="65000"/>
                  </a:schemeClr>
                </a:solidFill>
              </a:rPr>
              <a:t>Имь Батькович Фамильный</a:t>
            </a:r>
          </a:p>
          <a:p>
            <a:endParaRPr lang="ru-RU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76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Рабочие процессы преподавателя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4028"/>
            <a:ext cx="10515600" cy="361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0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в процессах преподавателя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6119"/>
            <a:ext cx="10515600" cy="339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8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 решения проблем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Автоматизированное рабочее место преподавателя.</a:t>
            </a:r>
            <a:br>
              <a:rPr lang="ru-RU" dirty="0"/>
            </a:br>
            <a:r>
              <a:rPr lang="ru-RU" dirty="0"/>
              <a:t>Позволит решить следующие задачи</a:t>
            </a:r>
            <a:r>
              <a:rPr lang="en-US" dirty="0"/>
              <a:t>:</a:t>
            </a:r>
          </a:p>
          <a:p>
            <a:pPr lvl="1"/>
            <a:r>
              <a:rPr lang="en-AU" dirty="0" err="1"/>
              <a:t>Защита</a:t>
            </a:r>
            <a:r>
              <a:rPr lang="en-AU" dirty="0"/>
              <a:t> </a:t>
            </a:r>
            <a:r>
              <a:rPr lang="en-AU" dirty="0" err="1"/>
              <a:t>от</a:t>
            </a:r>
            <a:r>
              <a:rPr lang="en-AU" dirty="0"/>
              <a:t> </a:t>
            </a:r>
            <a:r>
              <a:rPr lang="en-AU" dirty="0" err="1"/>
              <a:t>списывания</a:t>
            </a:r>
            <a:r>
              <a:rPr lang="en-AU" dirty="0"/>
              <a:t>.</a:t>
            </a:r>
            <a:endParaRPr lang="ru-RU" dirty="0"/>
          </a:p>
          <a:p>
            <a:pPr lvl="1"/>
            <a:r>
              <a:rPr lang="ru-RU" dirty="0">
                <a:cs typeface="Calibri"/>
              </a:rPr>
              <a:t>Возможность обратной связи со студентами</a:t>
            </a:r>
          </a:p>
          <a:p>
            <a:pPr marL="457200" lvl="1" indent="0">
              <a:buNone/>
            </a:pPr>
            <a:endParaRPr lang="ru-RU" dirty="0">
              <a:cs typeface="Calibri"/>
            </a:endParaRPr>
          </a:p>
          <a:p>
            <a:pPr lvl="1"/>
            <a:endParaRPr lang="ru-RU" dirty="0">
              <a:cs typeface="Calibri"/>
            </a:endParaRPr>
          </a:p>
          <a:p>
            <a:pPr marL="457200" lvl="1" indent="0">
              <a:buNone/>
            </a:pPr>
            <a:endParaRPr lang="en-US" dirty="0"/>
          </a:p>
          <a:p>
            <a:r>
              <a:rPr lang="ru-RU" dirty="0"/>
              <a:t>Необходимые улучшения информационной системы института</a:t>
            </a:r>
            <a:r>
              <a:rPr lang="en-US" dirty="0"/>
              <a:t>:</a:t>
            </a:r>
          </a:p>
          <a:p>
            <a:pPr lvl="1"/>
            <a:r>
              <a:rPr lang="ru-RU" dirty="0">
                <a:ea typeface="+mn-lt"/>
                <a:cs typeface="+mn-lt"/>
              </a:rPr>
              <a:t>Система взаимодействия учеников с преподавателями.</a:t>
            </a:r>
            <a:endParaRPr lang="en-US" dirty="0"/>
          </a:p>
          <a:p>
            <a:pPr lvl="1"/>
            <a:r>
              <a:rPr lang="ru-RU" dirty="0">
                <a:cs typeface="Calibri"/>
              </a:rPr>
              <a:t>Внедрение в систему проверку на плагиат.</a:t>
            </a:r>
          </a:p>
          <a:p>
            <a:pPr marL="457200" lvl="1" indent="0">
              <a:buNone/>
            </a:pP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145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Карта информационных систем</a:t>
            </a:r>
          </a:p>
        </p:txBody>
      </p: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D0E44058-3436-4220-8A43-E530D3996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39349"/>
            <a:ext cx="6780700" cy="45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4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Информационные объекты</a:t>
            </a:r>
            <a:br>
              <a:rPr lang="ru-RU" dirty="0"/>
            </a:br>
            <a:r>
              <a:rPr lang="ru-RU" dirty="0"/>
              <a:t>в системе института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223390"/>
            <a:ext cx="11183911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6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Приложения на АРМ преподавателя</a:t>
            </a:r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C674F197-EFA7-4882-AD95-93B270132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4049" y="1825625"/>
            <a:ext cx="5223902" cy="4351338"/>
          </a:xfrm>
        </p:spPr>
      </p:pic>
    </p:spTree>
    <p:extLst>
      <p:ext uri="{BB962C8B-B14F-4D97-AF65-F5344CB8AC3E}">
        <p14:creationId xmlns:p14="http://schemas.microsoft.com/office/powerpoint/2010/main" val="14039226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37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Предложение по автоматизации рабочего места преподавателя</vt:lpstr>
      <vt:lpstr>Рабочие процессы преподавателя</vt:lpstr>
      <vt:lpstr>Проблемы в процессах преподавателя</vt:lpstr>
      <vt:lpstr>Способ решения проблем</vt:lpstr>
      <vt:lpstr>Карта информационных систем</vt:lpstr>
      <vt:lpstr>Информационные объекты в системе института</vt:lpstr>
      <vt:lpstr>Приложения на АРМ преподавателя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Предложение по автоматизации рабочего места преподавателя</dc:title>
  <dc:creator>Преподаватель</dc:creator>
  <cp:lastModifiedBy>Студент</cp:lastModifiedBy>
  <cp:revision>42</cp:revision>
  <dcterms:created xsi:type="dcterms:W3CDTF">2022-02-17T06:25:30Z</dcterms:created>
  <dcterms:modified xsi:type="dcterms:W3CDTF">2022-02-23T20:55:47Z</dcterms:modified>
</cp:coreProperties>
</file>