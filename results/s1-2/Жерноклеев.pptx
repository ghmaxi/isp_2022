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15" autoAdjust="0"/>
    <p:restoredTop sz="94660"/>
  </p:normalViewPr>
  <p:slideViewPr>
    <p:cSldViewPr snapToGrid="0">
      <p:cViewPr>
        <p:scale>
          <a:sx n="100" d="100"/>
          <a:sy n="100" d="100"/>
        </p:scale>
        <p:origin x="6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26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1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09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25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5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1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42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2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70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10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Предложение по автоматизации рабочего места преподавателя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МУИВ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18" y="6491416"/>
            <a:ext cx="414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Автор</a:t>
            </a:r>
            <a:r>
              <a:rPr lang="en-US" sz="1400" i="1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ru-RU" sz="1400" i="1" dirty="0" err="1" smtClean="0">
                <a:solidFill>
                  <a:schemeClr val="bg1">
                    <a:lumMod val="65000"/>
                  </a:schemeClr>
                </a:solidFill>
              </a:rPr>
              <a:t>Жерноклеев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 Даниил Андреевич</a:t>
            </a:r>
            <a:endParaRPr lang="ru-RU" sz="1400" i="1" dirty="0" smtClean="0">
              <a:solidFill>
                <a:schemeClr val="bg1">
                  <a:lumMod val="65000"/>
                </a:schemeClr>
              </a:solidFill>
            </a:endParaRPr>
          </a:p>
          <a:p>
            <a:endParaRPr lang="ru-RU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6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Рабочие процессы преподавателя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90688"/>
            <a:ext cx="12192000" cy="51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 в процессах преподавателя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3028"/>
            <a:ext cx="12192000" cy="530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8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 решения проблем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Автоматизированное рабочее место преподавателя.</a:t>
            </a:r>
            <a:br>
              <a:rPr lang="ru-RU" dirty="0" smtClean="0"/>
            </a:br>
            <a:r>
              <a:rPr lang="ru-RU" dirty="0" smtClean="0"/>
              <a:t>Позволит решить </a:t>
            </a:r>
            <a:r>
              <a:rPr lang="ru-RU" dirty="0" smtClean="0"/>
              <a:t>следующую основную задачу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ru-RU" dirty="0" smtClean="0"/>
              <a:t>Автоматизацию преподавательской деятельности на этапах подготовки материалов для занятия, его проведения и проверки выполненных студентами работ.</a:t>
            </a:r>
            <a:endParaRPr lang="en-US" dirty="0" smtClean="0"/>
          </a:p>
          <a:p>
            <a:r>
              <a:rPr lang="ru-RU" dirty="0" smtClean="0"/>
              <a:t>Необходимые </a:t>
            </a:r>
            <a:r>
              <a:rPr lang="ru-RU" dirty="0" smtClean="0"/>
              <a:t>улучшения информационной системы института</a:t>
            </a:r>
            <a:r>
              <a:rPr lang="en-US" dirty="0" smtClean="0"/>
              <a:t>:</a:t>
            </a:r>
          </a:p>
          <a:p>
            <a:pPr lvl="1"/>
            <a:r>
              <a:rPr lang="ru-RU" dirty="0" smtClean="0"/>
              <a:t>Автоматизация построения учебного курса;</a:t>
            </a:r>
          </a:p>
          <a:p>
            <a:pPr lvl="1"/>
            <a:r>
              <a:rPr lang="ru-RU" dirty="0" smtClean="0"/>
              <a:t>Покупка и активация необходимого ПО;</a:t>
            </a:r>
          </a:p>
          <a:p>
            <a:pPr lvl="1"/>
            <a:r>
              <a:rPr lang="ru-RU" dirty="0" smtClean="0"/>
              <a:t>Покупка подписки на сайт для возможности проверки студенческих работ на плагиат;</a:t>
            </a:r>
            <a:endParaRPr lang="en-US" dirty="0" smtClean="0"/>
          </a:p>
          <a:p>
            <a:pPr lvl="1"/>
            <a:r>
              <a:rPr lang="ru-RU" dirty="0" smtClean="0"/>
              <a:t>Настройка связи между преподавателем и студентами через систему института.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45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-48814"/>
            <a:ext cx="7820025" cy="6906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435097"/>
            <a:ext cx="4371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Карта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69828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23900"/>
          </a:xfrm>
        </p:spPr>
        <p:txBody>
          <a:bodyPr>
            <a:noAutofit/>
          </a:bodyPr>
          <a:lstStyle/>
          <a:p>
            <a:pPr algn="ctr"/>
            <a:r>
              <a:rPr lang="ru-RU" dirty="0" smtClean="0"/>
              <a:t>Информационные </a:t>
            </a:r>
            <a:r>
              <a:rPr lang="ru-RU" dirty="0" smtClean="0"/>
              <a:t>объекты</a:t>
            </a:r>
            <a:r>
              <a:rPr lang="en-AU" dirty="0" smtClean="0"/>
              <a:t> </a:t>
            </a:r>
            <a:r>
              <a:rPr lang="ru-RU" dirty="0" smtClean="0"/>
              <a:t>в </a:t>
            </a:r>
            <a:r>
              <a:rPr lang="ru-RU" dirty="0" smtClean="0"/>
              <a:t>системе института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007594"/>
            <a:ext cx="12192001" cy="585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8675"/>
          </a:xfrm>
        </p:spPr>
        <p:txBody>
          <a:bodyPr/>
          <a:lstStyle/>
          <a:p>
            <a:pPr algn="ctr"/>
            <a:r>
              <a:rPr lang="ru-RU" dirty="0" smtClean="0"/>
              <a:t>Приложения на АРМ преподавателя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2112" y="828675"/>
            <a:ext cx="886777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2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1557" y="2828836"/>
            <a:ext cx="10148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2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44</Words>
  <Application>Microsoft Office PowerPoint</Application>
  <PresentationFormat>Широкоэкранный</PresentationFormat>
  <Paragraphs>17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Предложение по автоматизации рабочего места преподавателя</vt:lpstr>
      <vt:lpstr>Рабочие процессы преподавателя</vt:lpstr>
      <vt:lpstr>Проблемы в процессах преподавателя</vt:lpstr>
      <vt:lpstr>Способ решения проблем</vt:lpstr>
      <vt:lpstr>Презентация PowerPoint</vt:lpstr>
      <vt:lpstr>Информационные объекты в системе института</vt:lpstr>
      <vt:lpstr>Приложения на АРМ преподавателя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автоматизации рабочего места преподавателя</dc:title>
  <dc:creator>Преподаватель</dc:creator>
  <cp:lastModifiedBy>Студент</cp:lastModifiedBy>
  <cp:revision>12</cp:revision>
  <dcterms:created xsi:type="dcterms:W3CDTF">2022-02-17T06:25:30Z</dcterms:created>
  <dcterms:modified xsi:type="dcterms:W3CDTF">2022-02-17T09:40:31Z</dcterms:modified>
</cp:coreProperties>
</file>