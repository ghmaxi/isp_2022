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8E454-F03B-4CB5-8C8D-C5CE96390D9D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3F470-D0B4-4B9B-8247-F10F0F2B3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3F470-D0B4-4B9B-8247-F10F0F2B34A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890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A3EB2-8D19-4246-9F21-3AC06CFA7684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243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8B68-3EE8-406C-8FB9-48C1BC118FF6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96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9C42-3D26-48FF-91F2-09BD2916E6DD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192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BA96-AF50-4244-8015-5074969917C8}" type="datetime1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317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B5B6-1937-491A-AD31-3F9F179D01BE}" type="datetime1">
              <a:rPr lang="ru-RU" smtClean="0"/>
              <a:t>24.02.2022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346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D161-913D-442A-9174-E8B0BFEAA2D0}" type="datetime1">
              <a:rPr lang="ru-RU" smtClean="0"/>
              <a:t>24.02.2022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866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9A8E-3867-4C80-90E7-CF9F7D5EFFB0}" type="datetime1">
              <a:rPr lang="ru-RU" smtClean="0"/>
              <a:t>24.02.2022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2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F528-EE14-453F-9B95-1D403B89102F}" type="datetime1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45C6-D319-43BF-A9A0-B9FB516CCE8F}" type="datetime1">
              <a:rPr lang="ru-RU" smtClean="0"/>
              <a:t>24.02.2022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18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F92C-A664-4C57-BACA-013DA1B26D55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39999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F92C-A664-4C57-BACA-013DA1B26D55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557363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F92C-A664-4C57-BACA-013DA1B26D55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38689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F92C-A664-4C57-BACA-013DA1B26D55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481243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F92C-A664-4C57-BACA-013DA1B26D55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9007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0560-221D-43A8-B4D7-1E447900F181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779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273-1FBA-4F71-BC6B-FC8ECEA039FC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1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EF92C-A664-4C57-BACA-013DA1B26D55}" type="datetime1">
              <a:rPr lang="ru-RU" smtClean="0"/>
              <a:t>24.02.2022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9C74D54-DAC5-458F-B7E1-2A8D19D7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5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632" y="1471749"/>
            <a:ext cx="101482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Предложение по автоматизации рабочего места преподавателя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69668" y="4180114"/>
            <a:ext cx="1850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МУИВ 2022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162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2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7051" y="287384"/>
            <a:ext cx="6417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Рабочие процессы преподавателя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5" y="1461291"/>
            <a:ext cx="10873625" cy="42319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5293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96091" y="182881"/>
            <a:ext cx="72953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в процессах преподавателя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638" y="1307613"/>
            <a:ext cx="10034841" cy="3734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136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4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65463" y="174172"/>
            <a:ext cx="4829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Способ решения проблем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595" y="1132115"/>
            <a:ext cx="1041426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Автоматизированное рабочее место преподавателя.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Позволит решить следующие задачи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Непонимание темы студентам;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Внезапная проверка ваших знаний по курсовой работе.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улучшения информационной системы института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базы преподавателям и студентам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материалам;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программ для тестирования;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17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5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82881" y="78377"/>
            <a:ext cx="6134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Карта информационных систем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78" y="1138427"/>
            <a:ext cx="8449854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6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083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объекты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 системе института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77" y="1271911"/>
            <a:ext cx="8734409" cy="45338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824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74D54-DAC5-458F-B7E1-2A8D19D7BDB6}" type="slidenum">
              <a:rPr lang="ru-RU" smtClean="0"/>
              <a:t>7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20272" y="66885"/>
            <a:ext cx="69900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на АРМ преподавателя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63B0A4A-D8B0-4F93-90F2-91C32BFB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674" y="1192795"/>
            <a:ext cx="2432307" cy="50311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1686903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</TotalTime>
  <Words>43</Words>
  <Application>Microsoft Office PowerPoint</Application>
  <PresentationFormat>Широкоэкранный</PresentationFormat>
  <Paragraphs>23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Trebuchet MS</vt:lpstr>
      <vt:lpstr>Wingdings</vt:lpstr>
      <vt:lpstr>Wingdings 3</vt:lpstr>
      <vt:lpstr>Грань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</dc:creator>
  <cp:lastModifiedBy>Студент</cp:lastModifiedBy>
  <cp:revision>16</cp:revision>
  <dcterms:created xsi:type="dcterms:W3CDTF">2022-02-17T07:23:02Z</dcterms:created>
  <dcterms:modified xsi:type="dcterms:W3CDTF">2022-02-24T06:28:30Z</dcterms:modified>
</cp:coreProperties>
</file>