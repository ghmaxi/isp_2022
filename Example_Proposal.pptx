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36079-2B59-460A-B362-3780D2371F77}" type="datetimeFigureOut">
              <a:rPr lang="ru-RU" smtClean="0"/>
              <a:t>17.02.2022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8D4A-6550-4DDD-9B08-157D8B5C33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1266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36079-2B59-460A-B362-3780D2371F77}" type="datetimeFigureOut">
              <a:rPr lang="ru-RU" smtClean="0"/>
              <a:t>17.02.2022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8D4A-6550-4DDD-9B08-157D8B5C33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3166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36079-2B59-460A-B362-3780D2371F77}" type="datetimeFigureOut">
              <a:rPr lang="ru-RU" smtClean="0"/>
              <a:t>17.02.2022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8D4A-6550-4DDD-9B08-157D8B5C33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51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36079-2B59-460A-B362-3780D2371F77}" type="datetimeFigureOut">
              <a:rPr lang="ru-RU" smtClean="0"/>
              <a:t>17.02.2022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8D4A-6550-4DDD-9B08-157D8B5C33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9099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36079-2B59-460A-B362-3780D2371F77}" type="datetimeFigureOut">
              <a:rPr lang="ru-RU" smtClean="0"/>
              <a:t>17.02.2022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8D4A-6550-4DDD-9B08-157D8B5C33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4257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36079-2B59-460A-B362-3780D2371F77}" type="datetimeFigureOut">
              <a:rPr lang="ru-RU" smtClean="0"/>
              <a:t>17.02.2022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8D4A-6550-4DDD-9B08-157D8B5C33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9155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36079-2B59-460A-B362-3780D2371F77}" type="datetimeFigureOut">
              <a:rPr lang="ru-RU" smtClean="0"/>
              <a:t>17.02.2022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8D4A-6550-4DDD-9B08-157D8B5C33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4219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36079-2B59-460A-B362-3780D2371F77}" type="datetimeFigureOut">
              <a:rPr lang="ru-RU" smtClean="0"/>
              <a:t>17.02.2022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8D4A-6550-4DDD-9B08-157D8B5C33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8422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36079-2B59-460A-B362-3780D2371F77}" type="datetimeFigureOut">
              <a:rPr lang="ru-RU" smtClean="0"/>
              <a:t>17.02.2022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8D4A-6550-4DDD-9B08-157D8B5C33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824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36079-2B59-460A-B362-3780D2371F77}" type="datetimeFigureOut">
              <a:rPr lang="ru-RU" smtClean="0"/>
              <a:t>17.02.2022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8D4A-6550-4DDD-9B08-157D8B5C33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8703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36079-2B59-460A-B362-3780D2371F77}" type="datetimeFigureOut">
              <a:rPr lang="ru-RU" smtClean="0"/>
              <a:t>17.02.2022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8D4A-6550-4DDD-9B08-157D8B5C33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3594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536079-2B59-460A-B362-3780D2371F77}" type="datetimeFigureOut">
              <a:rPr lang="ru-RU" smtClean="0"/>
              <a:t>17.02.2022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F28D4A-6550-4DDD-9B08-157D8B5C33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2107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Предложение по автоматизации рабочего места преподавателя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МУИВ 2022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618" y="6491416"/>
            <a:ext cx="41436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i="1" dirty="0" smtClean="0">
                <a:solidFill>
                  <a:schemeClr val="bg1">
                    <a:lumMod val="65000"/>
                  </a:schemeClr>
                </a:solidFill>
              </a:rPr>
              <a:t>Автор</a:t>
            </a:r>
            <a:r>
              <a:rPr lang="en-US" sz="1400" i="1" dirty="0" smtClean="0">
                <a:solidFill>
                  <a:schemeClr val="bg1">
                    <a:lumMod val="65000"/>
                  </a:schemeClr>
                </a:solidFill>
              </a:rPr>
              <a:t>: </a:t>
            </a:r>
            <a:r>
              <a:rPr lang="ru-RU" sz="1400" i="1" dirty="0" smtClean="0">
                <a:solidFill>
                  <a:schemeClr val="bg1">
                    <a:lumMod val="65000"/>
                  </a:schemeClr>
                </a:solidFill>
              </a:rPr>
              <a:t>Имь </a:t>
            </a:r>
            <a:r>
              <a:rPr lang="ru-RU" sz="1400" i="1" dirty="0" smtClean="0">
                <a:solidFill>
                  <a:schemeClr val="bg1">
                    <a:lumMod val="65000"/>
                  </a:schemeClr>
                </a:solidFill>
              </a:rPr>
              <a:t>Бат</a:t>
            </a:r>
            <a:r>
              <a:rPr lang="ru-RU" sz="1400" i="1" dirty="0">
                <a:solidFill>
                  <a:schemeClr val="bg1">
                    <a:lumMod val="65000"/>
                  </a:schemeClr>
                </a:solidFill>
              </a:rPr>
              <a:t>ь</a:t>
            </a:r>
            <a:r>
              <a:rPr lang="ru-RU" sz="1400" i="1" dirty="0" smtClean="0">
                <a:solidFill>
                  <a:schemeClr val="bg1">
                    <a:lumMod val="65000"/>
                  </a:schemeClr>
                </a:solidFill>
              </a:rPr>
              <a:t>кович </a:t>
            </a:r>
            <a:r>
              <a:rPr lang="ru-RU" sz="1400" i="1" dirty="0" smtClean="0">
                <a:solidFill>
                  <a:schemeClr val="bg1">
                    <a:lumMod val="65000"/>
                  </a:schemeClr>
                </a:solidFill>
              </a:rPr>
              <a:t>Фамильный</a:t>
            </a:r>
          </a:p>
          <a:p>
            <a:endParaRPr lang="ru-RU" sz="14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0762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Рабочие </a:t>
            </a:r>
            <a:r>
              <a:rPr lang="ru-RU" dirty="0" smtClean="0"/>
              <a:t>процессы преподавателя</a:t>
            </a:r>
            <a:endParaRPr lang="ru-RU" dirty="0"/>
          </a:p>
        </p:txBody>
      </p:sp>
      <p:pic>
        <p:nvPicPr>
          <p:cNvPr id="7" name="Объект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736" y="1825625"/>
            <a:ext cx="9952528" cy="4351338"/>
          </a:xfrm>
        </p:spPr>
      </p:pic>
    </p:spTree>
    <p:extLst>
      <p:ext uri="{BB962C8B-B14F-4D97-AF65-F5344CB8AC3E}">
        <p14:creationId xmlns:p14="http://schemas.microsoft.com/office/powerpoint/2010/main" val="769504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Проблемы в процессах преподавателя</a:t>
            </a:r>
            <a:endParaRPr lang="ru-RU" dirty="0"/>
          </a:p>
        </p:txBody>
      </p:sp>
      <p:pic>
        <p:nvPicPr>
          <p:cNvPr id="4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118" y="1825625"/>
            <a:ext cx="9847764" cy="4351338"/>
          </a:xfrm>
        </p:spPr>
      </p:pic>
    </p:spTree>
    <p:extLst>
      <p:ext uri="{BB962C8B-B14F-4D97-AF65-F5344CB8AC3E}">
        <p14:creationId xmlns:p14="http://schemas.microsoft.com/office/powerpoint/2010/main" val="2696581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Способ решения </a:t>
            </a:r>
            <a:r>
              <a:rPr lang="ru-RU" dirty="0" smtClean="0"/>
              <a:t>проблем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Автоматизированное </a:t>
            </a:r>
            <a:r>
              <a:rPr lang="ru-RU" dirty="0" smtClean="0"/>
              <a:t>рабочее место </a:t>
            </a:r>
            <a:r>
              <a:rPr lang="ru-RU" dirty="0" smtClean="0"/>
              <a:t>преподавателя.</a:t>
            </a:r>
            <a:br>
              <a:rPr lang="ru-RU" dirty="0" smtClean="0"/>
            </a:br>
            <a:r>
              <a:rPr lang="ru-RU" dirty="0" smtClean="0"/>
              <a:t>Позволит решить следующие задачи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…</a:t>
            </a:r>
          </a:p>
          <a:p>
            <a:pPr lvl="1"/>
            <a:r>
              <a:rPr lang="en-US" dirty="0" smtClean="0"/>
              <a:t>…</a:t>
            </a:r>
          </a:p>
          <a:p>
            <a:pPr lvl="1"/>
            <a:r>
              <a:rPr lang="en-US" dirty="0" smtClean="0"/>
              <a:t>…</a:t>
            </a:r>
          </a:p>
          <a:p>
            <a:r>
              <a:rPr lang="ru-RU" dirty="0" smtClean="0"/>
              <a:t>Необходимые улучшения информационной системы института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…</a:t>
            </a:r>
          </a:p>
          <a:p>
            <a:pPr lvl="1"/>
            <a:r>
              <a:rPr lang="en-US" dirty="0" smtClean="0"/>
              <a:t>…</a:t>
            </a:r>
          </a:p>
          <a:p>
            <a:pPr lvl="1"/>
            <a:r>
              <a:rPr lang="en-US" dirty="0" smtClean="0"/>
              <a:t>…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61451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Карта информационных систем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4024" y="1825625"/>
            <a:ext cx="7423952" cy="4351338"/>
          </a:xfrm>
        </p:spPr>
      </p:pic>
    </p:spTree>
    <p:extLst>
      <p:ext uri="{BB962C8B-B14F-4D97-AF65-F5344CB8AC3E}">
        <p14:creationId xmlns:p14="http://schemas.microsoft.com/office/powerpoint/2010/main" val="2762747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Информационные объекты</a:t>
            </a:r>
            <a:br>
              <a:rPr lang="ru-RU" dirty="0" smtClean="0"/>
            </a:br>
            <a:r>
              <a:rPr lang="ru-RU" dirty="0" smtClean="0"/>
              <a:t>в системе института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5968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Приложения на АРМ преподавателя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392262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37</Words>
  <Application>Microsoft Office PowerPoint</Application>
  <PresentationFormat>Широкоэкранный</PresentationFormat>
  <Paragraphs>17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Тема Office</vt:lpstr>
      <vt:lpstr>Предложение по автоматизации рабочего места преподавателя</vt:lpstr>
      <vt:lpstr>Рабочие процессы преподавателя</vt:lpstr>
      <vt:lpstr>Проблемы в процессах преподавателя</vt:lpstr>
      <vt:lpstr>Способ решения проблем</vt:lpstr>
      <vt:lpstr>Карта информационных систем</vt:lpstr>
      <vt:lpstr>Информационные объекты в системе института</vt:lpstr>
      <vt:lpstr>Приложения на АРМ преподавателя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Предложение по автоматизации рабочего места преподавателя</dc:title>
  <dc:creator>Преподаватель</dc:creator>
  <cp:lastModifiedBy>Преподаватель</cp:lastModifiedBy>
  <cp:revision>5</cp:revision>
  <dcterms:created xsi:type="dcterms:W3CDTF">2022-02-17T06:25:30Z</dcterms:created>
  <dcterms:modified xsi:type="dcterms:W3CDTF">2022-02-17T06:48:29Z</dcterms:modified>
</cp:coreProperties>
</file>